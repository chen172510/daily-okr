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3136f8e774bd1" /><Relationship Type="http://schemas.openxmlformats.org/officeDocument/2006/relationships/extended-properties" Target="/docProps/app.xml" Id="R16b9d69b29bc401a" /><Relationship Type="http://schemas.openxmlformats.org/officeDocument/2006/relationships/officeDocument" Target="/ppt/presentation.xml" Id="R7ff8a8d573c844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4b685fe574ca8"/>
  </p:sldMasterIdLst>
  <p:notesMasterIdLst>
    <p:notesMasterId xmlns:r="http://schemas.openxmlformats.org/officeDocument/2006/relationships" r:id="R08fcd704b757413f"/>
  </p:notesMasterIdLst>
  <p:sldIdLst>
    <p:sldId xmlns:r="http://schemas.openxmlformats.org/officeDocument/2006/relationships" id="256" r:id="R18ea2f94968c4b1e"/>
    <p:sldId xmlns:r="http://schemas.openxmlformats.org/officeDocument/2006/relationships" id="257" r:id="Rcb0e18076a1d4bec"/>
    <p:sldId xmlns:r="http://schemas.openxmlformats.org/officeDocument/2006/relationships" id="258" r:id="R932ce95fa4ec43f3"/>
    <p:sldId xmlns:r="http://schemas.openxmlformats.org/officeDocument/2006/relationships" id="259" r:id="R4e99e673ca7f46d8"/>
    <p:sldId xmlns:r="http://schemas.openxmlformats.org/officeDocument/2006/relationships" id="260" r:id="R971f468fac2e4edc"/>
    <p:sldId xmlns:r="http://schemas.openxmlformats.org/officeDocument/2006/relationships" id="261" r:id="Rc4a5446c24dc4bac"/>
    <p:sldId xmlns:r="http://schemas.openxmlformats.org/officeDocument/2006/relationships" id="262" r:id="Rc678125b70c8488e"/>
    <p:sldId xmlns:r="http://schemas.openxmlformats.org/officeDocument/2006/relationships" id="263" r:id="R7f863b964efc46cc"/>
    <p:sldId xmlns:r="http://schemas.openxmlformats.org/officeDocument/2006/relationships" id="264" r:id="Rcff4b53940794d13"/>
    <p:sldId xmlns:r="http://schemas.openxmlformats.org/officeDocument/2006/relationships" id="265" r:id="R6094f439967b43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45d304170f4e00" /><Relationship Type="http://schemas.openxmlformats.org/officeDocument/2006/relationships/slideMaster" Target="/ppt/slideMasters/slideMaster1.xml" Id="Rfc54b685fe574ca8" /><Relationship Type="http://schemas.openxmlformats.org/officeDocument/2006/relationships/notesMaster" Target="/ppt/notesMasters/notesMaster1.xml" Id="R08fcd704b757413f" /><Relationship Type="http://schemas.openxmlformats.org/officeDocument/2006/relationships/presProps" Target="/ppt/presProps.xml" Id="Rf1d4f3c1b13a401a" /><Relationship Type="http://schemas.openxmlformats.org/officeDocument/2006/relationships/tableStyles" Target="/ppt/tableStyles.xml" Id="R40f8cdbc19e84f2a" /><Relationship Type="http://schemas.openxmlformats.org/officeDocument/2006/relationships/slide" Target="/ppt/slides/slide1.xml" Id="R18ea2f94968c4b1e" /><Relationship Type="http://schemas.openxmlformats.org/officeDocument/2006/relationships/slide" Target="/ppt/slides/slide2.xml" Id="Rcb0e18076a1d4bec" /><Relationship Type="http://schemas.openxmlformats.org/officeDocument/2006/relationships/slide" Target="/ppt/slides/slide3.xml" Id="R932ce95fa4ec43f3" /><Relationship Type="http://schemas.openxmlformats.org/officeDocument/2006/relationships/slide" Target="/ppt/slides/slide4.xml" Id="R4e99e673ca7f46d8" /><Relationship Type="http://schemas.openxmlformats.org/officeDocument/2006/relationships/slide" Target="/ppt/slides/slide5.xml" Id="R971f468fac2e4edc" /><Relationship Type="http://schemas.openxmlformats.org/officeDocument/2006/relationships/slide" Target="/ppt/slides/slide6.xml" Id="Rc4a5446c24dc4bac" /><Relationship Type="http://schemas.openxmlformats.org/officeDocument/2006/relationships/slide" Target="/ppt/slides/slide7.xml" Id="Rc678125b70c8488e" /><Relationship Type="http://schemas.openxmlformats.org/officeDocument/2006/relationships/slide" Target="/ppt/slides/slide8.xml" Id="R7f863b964efc46cc" /><Relationship Type="http://schemas.openxmlformats.org/officeDocument/2006/relationships/slide" Target="/ppt/slides/slide9.xml" Id="Rcff4b53940794d13" /><Relationship Type="http://schemas.openxmlformats.org/officeDocument/2006/relationships/slide" Target="/ppt/slides/slide10.xml" Id="R6094f439967b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684021ab9c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12a2fdcaef465f" /><Relationship Type="http://schemas.openxmlformats.org/officeDocument/2006/relationships/notesMaster" Target="/ppt/notesMasters/notesMaster1.xml" Id="R35741e3d590f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9cb62c9e04172" /><Relationship Type="http://schemas.openxmlformats.org/officeDocument/2006/relationships/notesMaster" Target="/ppt/notesMasters/notesMaster1.xml" Id="R69b9d0bb8da8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d9fa1315254cbd" /><Relationship Type="http://schemas.openxmlformats.org/officeDocument/2006/relationships/notesMaster" Target="/ppt/notesMasters/notesMaster1.xml" Id="Rffa0ec64485c4e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7bd8f7add64c88" /><Relationship Type="http://schemas.openxmlformats.org/officeDocument/2006/relationships/notesMaster" Target="/ppt/notesMasters/notesMaster1.xml" Id="R00c44cd200df44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bbd0eabb3648ab" /><Relationship Type="http://schemas.openxmlformats.org/officeDocument/2006/relationships/notesMaster" Target="/ppt/notesMasters/notesMaster1.xml" Id="Rcbf94a9bb46d4a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b4308818b44b7b" /><Relationship Type="http://schemas.openxmlformats.org/officeDocument/2006/relationships/notesMaster" Target="/ppt/notesMasters/notesMaster1.xml" Id="Rb2dd1eb9938146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5a7bc3003e4b9c" /><Relationship Type="http://schemas.openxmlformats.org/officeDocument/2006/relationships/notesMaster" Target="/ppt/notesMasters/notesMaster1.xml" Id="R9a9f8732230f4b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c425cb18fc4f58" /><Relationship Type="http://schemas.openxmlformats.org/officeDocument/2006/relationships/notesMaster" Target="/ppt/notesMasters/notesMaster1.xml" Id="R201eb396382243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7db268f7a347d3" /><Relationship Type="http://schemas.openxmlformats.org/officeDocument/2006/relationships/notesMaster" Target="/ppt/notesMasters/notesMaster1.xml" Id="Rbca4470b16de4d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0dab37c4bf48bd" /><Relationship Type="http://schemas.openxmlformats.org/officeDocument/2006/relationships/notesMaster" Target="/ppt/notesMasters/notesMaster1.xml" Id="Rdedc74355ea54b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9dc6322642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ad747f06c740e6" /><Relationship Type="http://schemas.openxmlformats.org/officeDocument/2006/relationships/slideLayout" Target="/ppt/slideLayouts/slideLayout1.xml" Id="R259a54ce1275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a54ce1275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334a42ccd4188" /><Relationship Type="http://schemas.openxmlformats.org/officeDocument/2006/relationships/notesSlide" Target="/ppt/notesSlides/notesSlide1.xml" Id="R0d6034b218ea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7d3a3df6f42b5" /><Relationship Type="http://schemas.openxmlformats.org/officeDocument/2006/relationships/notesSlide" Target="/ppt/notesSlides/notesSlide2.xml" Id="R2d2e8cbd4a83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190833cf74020" /><Relationship Type="http://schemas.openxmlformats.org/officeDocument/2006/relationships/notesSlide" Target="/ppt/notesSlides/notesSlide3.xml" Id="Ra21990187c10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ff8768db14b85" /><Relationship Type="http://schemas.openxmlformats.org/officeDocument/2006/relationships/image" Target="/ppt/media/image.png" Id="R7a3902e5def743e7" /><Relationship Type="http://schemas.openxmlformats.org/officeDocument/2006/relationships/notesSlide" Target="/ppt/notesSlides/notesSlide4.xml" Id="Rfc2621a6cabf45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6277149294e4d" /><Relationship Type="http://schemas.openxmlformats.org/officeDocument/2006/relationships/image" Target="/ppt/media/image2.png" Id="R3c98078ec1804961" /><Relationship Type="http://schemas.openxmlformats.org/officeDocument/2006/relationships/notesSlide" Target="/ppt/notesSlides/notesSlide5.xml" Id="R3ba17157ba6f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f1d6aaa054931" /><Relationship Type="http://schemas.openxmlformats.org/officeDocument/2006/relationships/image" Target="/ppt/media/image3.png" Id="R9483e25b59fa471f" /><Relationship Type="http://schemas.openxmlformats.org/officeDocument/2006/relationships/notesSlide" Target="/ppt/notesSlides/notesSlide6.xml" Id="R7b77b4724e6e48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d021cfd32469f" /><Relationship Type="http://schemas.openxmlformats.org/officeDocument/2006/relationships/image" Target="/ppt/media/image4.png" Id="R75923746da4b48e7" /><Relationship Type="http://schemas.openxmlformats.org/officeDocument/2006/relationships/notesSlide" Target="/ppt/notesSlides/notesSlide7.xml" Id="Rfb698c396fbf41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a47266798437b" /><Relationship Type="http://schemas.openxmlformats.org/officeDocument/2006/relationships/image" Target="/ppt/media/image5.png" Id="Rd4564e83a4fd4a40" /><Relationship Type="http://schemas.openxmlformats.org/officeDocument/2006/relationships/image" Target="/ppt/media/image6.png" Id="Rf6ce4ec7378f43a3" /><Relationship Type="http://schemas.openxmlformats.org/officeDocument/2006/relationships/notesSlide" Target="/ppt/notesSlides/notesSlide8.xml" Id="Rfd21f4f65a724f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4abc069f0409e" /><Relationship Type="http://schemas.openxmlformats.org/officeDocument/2006/relationships/notesSlide" Target="/ppt/notesSlides/notesSlide9.xml" Id="Rebffdfe2dc0244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de30e854745a9" /><Relationship Type="http://schemas.openxmlformats.org/officeDocument/2006/relationships/notesSlide" Target="/ppt/notesSlides/notesSlide10.xml" Id="Rdcccdca4cc634a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7CD6B-3FD1-4DA2-82AC-70EB6910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54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行醒 XingXing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F8FDF-8D37-48F3-91AB-744EC11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50" b="0">
                <a:solidFill>
                  <a:srgbClr val="8B691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B6914"/>
                </a:solidFill>
                <a:latin typeface="Arial"/>
                <a:ea typeface="Arial"/>
                <a:cs typeface="Arial"/>
              </a:rPr>
              <a:t>把一天串起来的个人成长工具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68873-FAE5-4AEE-BA34-477808A3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个人项目　独立完成产品设计、前端、后端与部署</a:t>
            </a:r>
          </a:p>
        </p:txBody>
      </p:sp>
    </p:spTree>
    <p:extLst>
      <p:ext uri="{BB962C8B-B14F-4D97-AF65-F5344CB8AC3E}">
        <p14:creationId xmlns:p14="http://schemas.microsoft.com/office/powerpoint/2010/main" val="2113715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FE238-6F97-4B5B-88D7-592374F8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传统复盘工具的三个断点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B321F-4492-4376-87C7-5D8177F3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B6A49-9093-4048-8CFE-D28FE0E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8B69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B6914"/>
                </a:solidFill>
                <a:latin typeface="Arial"/>
                <a:ea typeface="Arial"/>
                <a:cs typeface="Arial"/>
              </a:rPr>
              <a:t>记不动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B087-AF03-4AFE-8E26-D654A123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打开就是一个空白输入框，要自己回忆今天干了什么，坚持不下来。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25FF7-F1E9-4ADE-B28C-5C54F466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8B69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B6914"/>
                </a:solidFill>
                <a:latin typeface="Arial"/>
                <a:ea typeface="Arial"/>
                <a:cs typeface="Arial"/>
              </a:rPr>
              <a:t>连不上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5CC70-DB64-4E74-B127-FF01F75B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待办、笔记、错题分在三个应用里，目标和每天做的事没有关系。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1B03A-BEED-4E86-AEBA-2D0D436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8B69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B6914"/>
                </a:solidFill>
                <a:latin typeface="Arial"/>
                <a:ea typeface="Arial"/>
                <a:cs typeface="Arial"/>
              </a:rPr>
              <a:t>看不见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F92FE-7D1C-4EB5-9FC1-8096682A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只有完成率一个数字，不知道哪件事影响了哪个目标。</a:t>
            </a:r>
          </a:p>
        </p:txBody>
      </p:sp>
    </p:spTree>
    <p:extLst>
      <p:ext uri="{BB962C8B-B14F-4D97-AF65-F5344CB8AC3E}">
        <p14:creationId xmlns:p14="http://schemas.microsoft.com/office/powerpoint/2010/main" val="1845647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2C45B-A38F-4B76-9194-9EA3379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核心设计：一条数据链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9BF2A-9F9D-4115-81C9-28E38E33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8B691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B6914"/>
                </a:solidFill>
                <a:latin typeface="Arial"/>
                <a:ea typeface="Arial"/>
                <a:cs typeface="Arial"/>
              </a:rPr>
              <a:t>一个任务只有一份数据，被五个页面共同读写。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CD8D9-55D8-4BD8-B8F4-EDC3DE44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02855-C0A8-496F-8C59-1C1BA03F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A10"/>
                </a:solidFill>
                <a:latin typeface="Arial"/>
                <a:ea typeface="Arial"/>
                <a:cs typeface="Arial"/>
              </a:rPr>
              <a:t>长期目标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9A578-C8D6-4C4C-82F4-E2E8ACB3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A10"/>
                </a:solidFill>
                <a:latin typeface="Arial"/>
                <a:ea typeface="Arial"/>
                <a:cs typeface="Arial"/>
              </a:rPr>
              <a:t>每日计划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A2BB7-B25A-4C83-A7EF-EE9EFCA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A10"/>
                </a:solidFill>
                <a:latin typeface="Arial"/>
                <a:ea typeface="Arial"/>
                <a:cs typeface="Arial"/>
              </a:rPr>
              <a:t>实际执行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A49A8-5972-49E0-8EB6-194099F7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195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A10"/>
                </a:solidFill>
                <a:latin typeface="Arial"/>
                <a:ea typeface="Arial"/>
                <a:cs typeface="Arial"/>
              </a:rPr>
              <a:t>状态判定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D4D0F-D750-43E9-9525-BD77CAB8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101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F1A10"/>
                </a:solidFill>
                <a:latin typeface="Arial"/>
                <a:ea typeface="Arial"/>
                <a:cs typeface="Arial"/>
              </a:rPr>
              <a:t>每日复盘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A18A4-40EC-4749-BCFE-CFCB3CE3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8B69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B6914"/>
                </a:solidFill>
                <a:latin typeface="Arial"/>
                <a:ea typeface="Arial"/>
                <a:cs typeface="Arial"/>
              </a:rPr>
              <a:t>影响下一次计划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B4F10-DE88-47A1-92C0-467D58E0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36957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状态由系统自动判定，不需要用户维护：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未开始、修行中、已圆满、有阻碍</a:t>
            </a:r>
          </a:p>
        </p:txBody>
      </p:sp>
    </p:spTree>
    <p:extLst>
      <p:ext uri="{BB962C8B-B14F-4D97-AF65-F5344CB8AC3E}">
        <p14:creationId xmlns:p14="http://schemas.microsoft.com/office/powerpoint/2010/main" val="756584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19259-2E65-4C68-A90F-28BBEFE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每日计划：任务的唯一来源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94457-31F0-4A2B-8468-D53C5963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三种状态同时出现：超时未完成自动变为有阻碍，点完成变为已圆满并记录实际时长，正在进行的是修行中。每条任务都关联到一个目标。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902e5def743e7"/>
          <a:stretch xmlns:a="http://schemas.openxmlformats.org/drawingml/2006/main"/>
        </p:blipFill>
        <p:spPr>
          <a:xfrm xmlns:a="http://schemas.openxmlformats.org/drawingml/2006/main">
            <a:off x="5638800" y="1143000"/>
            <a:ext cx="5867400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7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9B05E-4FF2-44D4-8A0A-D2FEE7C6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今日行醒：此刻在做什么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A758D-3BE6-491F-8308-0510D21B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首页直接读当天的计划，自动判断当前处于哪个阶段，并给出开始、完成、标记阻碍的操作入口。精气神四环反映当天状态。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8078ec1804961"/>
          <a:stretch xmlns:a="http://schemas.openxmlformats.org/drawingml/2006/main"/>
        </p:blipFill>
        <p:spPr>
          <a:xfrm xmlns:a="http://schemas.openxmlformats.org/drawingml/2006/main">
            <a:off x="5638800" y="1143000"/>
            <a:ext cx="5867400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59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05702-4FE9-4F6A-870E-A9850FD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目标图谱：今天的投入看得见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B5E55-112F-4386-9E28-087128CB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每张目标卡显示今日投入、计划时长和已圆满数量。目标不再写完就搁置，每天的计划都在喂养它。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3e25b59fa471f"/>
          <a:stretch xmlns:a="http://schemas.openxmlformats.org/drawingml/2006/main"/>
        </p:blipFill>
        <p:spPr>
          <a:xfrm xmlns:a="http://schemas.openxmlformats.org/drawingml/2006/main">
            <a:off x="5638800" y="1143000"/>
            <a:ext cx="5867400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7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3B99A-DA6A-45D8-A199-1C3697CF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每日复盘：行动自动归档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565F3-2866-4661-87AC-2CDC8E9E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复盘时最花时间的回忆环节已经自动完成，用户只需补充感受。事务脉络关系图把今天做的事连到它服务的目标上，也可以自己连线、写清因果。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23746da4b48e7"/>
          <a:stretch xmlns:a="http://schemas.openxmlformats.org/drawingml/2006/main"/>
        </p:blipFill>
        <p:spPr>
          <a:xfrm xmlns:a="http://schemas.openxmlformats.org/drawingml/2006/main">
            <a:off x="6019800" y="1143000"/>
            <a:ext cx="54864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54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2301E-3F1C-4E89-8D0B-EE6BCEA7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刻意练习与速记助理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0374A-1C55-4D75-834A-8EEE2866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反复犯的错集中管理，记录掌握度与重复次数，复盘时一键联动。书本照片和截图可以直接读出文字，识别引擎跑在本地。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64e83a4fd4a40"/>
          <a:stretch xmlns:a="http://schemas.openxmlformats.org/drawingml/2006/main"/>
        </p:blipFill>
        <p:spPr>
          <a:xfrm xmlns:a="http://schemas.openxmlformats.org/drawingml/2006/main">
            <a:off x="685800" y="2152650"/>
            <a:ext cx="5334000" cy="33337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e4ec7378f43a3"/>
          <a:stretch xmlns:a="http://schemas.openxmlformats.org/drawingml/2006/main"/>
        </p:blipFill>
        <p:spPr>
          <a:xfrm xmlns:a="http://schemas.openxmlformats.org/drawingml/2006/main">
            <a:off x="6172200" y="2152650"/>
            <a:ext cx="5334000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48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3030D-4071-45B2-8BB8-D11C4BE0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和其他工具的差别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685800" y="1485900"/>
          <a:ext xmlns:a="http://schemas.openxmlformats.org/drawingml/2006/main" cx="10820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390900"/>
                <a:gridCol w="4572000"/>
              </a:tblGrid>
              <a:tr h="653143">
                <a:tc>
                  <a:txBody>
                    <a:bodyPr/>
                    <a:lstStyle/>
                    <a:p>
                      <a:r>
                        <a:t>代表产品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它没做到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行醒的做法</a:t>
                      </a:r>
                    </a:p>
                  </a:txBody>
                  <a:tcPr marL="91440" marR="91440" marT="45720" marB="45720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t>滴答清单 / Todoist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只有完成或未完成，目标和复盘是断的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任务关联目标，完成后自动进入复盘与目标进度</a:t>
                      </a:r>
                    </a:p>
                  </a:txBody>
                  <a:tcPr marL="91440" marR="91440" marT="45720" marB="45720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t>Forest / 番茄类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计完时就没有下文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专注结果直接进修行图与目标投入</a:t>
                      </a:r>
                    </a:p>
                  </a:txBody>
                  <a:tcPr marL="91440" marR="91440" marT="45720" marB="45720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t>Flomo / 印象笔记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记录与目标、计划互不相通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复盘、错题、知识库、计划共用一套数据</a:t>
                      </a:r>
                    </a:p>
                  </a:txBody>
                  <a:tcPr marL="91440" marR="91440" marT="45720" marB="45720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t>Anki / 错题类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与日常计划割裂，只在考试场景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复盘发现的问题一键进错题本</a:t>
                      </a:r>
                    </a:p>
                  </a:txBody>
                  <a:tcPr marL="91440" marR="91440" marT="45720" marB="45720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t>各类 OKR 与打卡工具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变成 KPI 表格，压力大、坚持不下去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用精气神、连续天数和古风文案降低心理负担</a:t>
                      </a:r>
                    </a:p>
                  </a:txBody>
                  <a:tcPr marL="91440" marR="91440" marT="45720" marB="45720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t>纸质手账 / 日记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不能检索、不能统计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保留仪式感，同时可检索、可自动关联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557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F9C02-DB09-45A6-84D0-11BAF521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000" b="1">
                <a:solidFill>
                  <a:srgbClr val="1F1A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F1A10"/>
                </a:solidFill>
                <a:latin typeface="Arial"/>
                <a:ea typeface="Arial"/>
                <a:cs typeface="Arial"/>
              </a:rPr>
              <a:t>技术与成果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282F9-554B-41EE-BDF2-25878D85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6C2AE-BEBE-4BC0-916B-C2DF3F3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统一任务层：一个任务一条记录，跨页面实时同步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3C4FF-D1BE-4A84-B1D4-0CCCEA67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离线优先同步：本地为主副本，断网可用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F91BB-9D38-4C80-A00C-78397453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零构建前端：原生 HTML / CSS / JS，改完即生效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90A7A-80B8-40A4-9B75-33080A7D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离线 OCR：识别引擎与中英文语言包打包进项目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F0801-180D-4F49-BCBE-32D67CB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18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10 个功能页面全部可用，全站零 JS 报错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87D99-066B-437E-9F66-AA2DCAD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518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首屏资源从 841KB 压缩到 159KB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27C2E-0935-4E87-A792-1FA7B09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518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后端 Node.js + Express + SQLite，JWT 鉴权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80344-E808-4D35-94AD-803B2D9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181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41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A4133"/>
                </a:solidFill>
                <a:latin typeface="Arial"/>
                <a:ea typeface="Arial"/>
                <a:cs typeface="Arial"/>
              </a:rPr>
              <a:t>已上线部署，无需本地环境即可演示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A8F81-0D28-4206-8471-68991162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8B691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914"/>
                </a:solidFill>
                <a:latin typeface="Arial"/>
                <a:ea typeface="Arial"/>
                <a:cs typeface="Arial"/>
              </a:rPr>
              <a:t>下一步：接入国内云语音识别、打包安卓应用、补齐自动化测试</a:t>
            </a:r>
          </a:p>
        </p:txBody>
      </p:sp>
    </p:spTree>
    <p:extLst>
      <p:ext uri="{BB962C8B-B14F-4D97-AF65-F5344CB8AC3E}">
        <p14:creationId xmlns:p14="http://schemas.microsoft.com/office/powerpoint/2010/main" val="1787996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2026-09-28T12:35:27.4860000Z</dcterms:created>
  <dcterms:modified xsi:type="dcterms:W3CDTF">2026-09-28T12:35:27.4860000Z</dcterms:modified>
</coreProperties>
</file>